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Titillium Web"/>
      <p:bold r:id="rId21"/>
      <p:boldItalic r:id="rId22"/>
    </p:embeddedFont>
    <p:embeddedFont>
      <p:font typeface="Poppins Black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m2scPhwKOiluP0LfDPJTTZQVO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TitilliumWeb-boldItalic.fntdata"/><Relationship Id="rId21" Type="http://schemas.openxmlformats.org/officeDocument/2006/relationships/font" Target="fonts/TitilliumWeb-bold.fntdata"/><Relationship Id="rId24" Type="http://schemas.openxmlformats.org/officeDocument/2006/relationships/font" Target="fonts/PoppinsBlack-boldItalic.fntdata"/><Relationship Id="rId23" Type="http://schemas.openxmlformats.org/officeDocument/2006/relationships/font" Target="fonts/Poppins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jpg"/><Relationship Id="rId9" Type="http://schemas.openxmlformats.org/officeDocument/2006/relationships/image" Target="../media/image6.png"/><Relationship Id="rId5" Type="http://schemas.openxmlformats.org/officeDocument/2006/relationships/image" Target="../media/image10.jp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0" y="0"/>
            <a:ext cx="18289501" cy="15137118"/>
          </a:xfrm>
          <a:custGeom>
            <a:rect b="b" l="l" r="r" t="t"/>
            <a:pathLst>
              <a:path extrusionOk="0" h="15137118" w="22719877">
                <a:moveTo>
                  <a:pt x="0" y="0"/>
                </a:moveTo>
                <a:lnTo>
                  <a:pt x="22719877" y="0"/>
                </a:lnTo>
                <a:lnTo>
                  <a:pt x="22719877" y="15137118"/>
                </a:lnTo>
                <a:lnTo>
                  <a:pt x="0" y="151371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6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0" y="0"/>
            <a:ext cx="18288000" cy="11529060"/>
          </a:xfrm>
          <a:custGeom>
            <a:rect b="b" l="l" r="r" t="t"/>
            <a:pathLst>
              <a:path extrusionOk="0" h="11529060" w="18288000">
                <a:moveTo>
                  <a:pt x="0" y="0"/>
                </a:moveTo>
                <a:lnTo>
                  <a:pt x="18288000" y="0"/>
                </a:lnTo>
                <a:lnTo>
                  <a:pt x="18288000" y="11529060"/>
                </a:lnTo>
                <a:lnTo>
                  <a:pt x="0" y="115290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5402687" y="8564542"/>
            <a:ext cx="7482626" cy="1579652"/>
            <a:chOff x="0" y="0"/>
            <a:chExt cx="9976834" cy="2106203"/>
          </a:xfrm>
        </p:grpSpPr>
        <p:grpSp>
          <p:nvGrpSpPr>
            <p:cNvPr id="89" name="Google Shape;89;p1"/>
            <p:cNvGrpSpPr/>
            <p:nvPr/>
          </p:nvGrpSpPr>
          <p:grpSpPr>
            <a:xfrm>
              <a:off x="0" y="484706"/>
              <a:ext cx="9976834" cy="1411435"/>
              <a:chOff x="0" y="0"/>
              <a:chExt cx="1970733" cy="278802"/>
            </a:xfrm>
          </p:grpSpPr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1970733" cy="278802"/>
              </a:xfrm>
              <a:custGeom>
                <a:rect b="b" l="l" r="r" t="t"/>
                <a:pathLst>
                  <a:path extrusionOk="0" h="278802" w="1970733">
                    <a:moveTo>
                      <a:pt x="17589" y="0"/>
                    </a:moveTo>
                    <a:lnTo>
                      <a:pt x="1953144" y="0"/>
                    </a:lnTo>
                    <a:cubicBezTo>
                      <a:pt x="1957808" y="0"/>
                      <a:pt x="1962282" y="1853"/>
                      <a:pt x="1965581" y="5152"/>
                    </a:cubicBezTo>
                    <a:cubicBezTo>
                      <a:pt x="1968879" y="8450"/>
                      <a:pt x="1970733" y="12924"/>
                      <a:pt x="1970733" y="17589"/>
                    </a:cubicBezTo>
                    <a:lnTo>
                      <a:pt x="1970733" y="261213"/>
                    </a:lnTo>
                    <a:cubicBezTo>
                      <a:pt x="1970733" y="265878"/>
                      <a:pt x="1968879" y="270352"/>
                      <a:pt x="1965581" y="273650"/>
                    </a:cubicBezTo>
                    <a:cubicBezTo>
                      <a:pt x="1962282" y="276949"/>
                      <a:pt x="1957808" y="278802"/>
                      <a:pt x="1953144" y="278802"/>
                    </a:cubicBezTo>
                    <a:lnTo>
                      <a:pt x="17589" y="278802"/>
                    </a:lnTo>
                    <a:cubicBezTo>
                      <a:pt x="12924" y="278802"/>
                      <a:pt x="8450" y="276949"/>
                      <a:pt x="5152" y="273650"/>
                    </a:cubicBezTo>
                    <a:cubicBezTo>
                      <a:pt x="1853" y="270352"/>
                      <a:pt x="0" y="265878"/>
                      <a:pt x="0" y="261213"/>
                    </a:cubicBezTo>
                    <a:lnTo>
                      <a:pt x="0" y="17589"/>
                    </a:lnTo>
                    <a:cubicBezTo>
                      <a:pt x="0" y="12924"/>
                      <a:pt x="1853" y="8450"/>
                      <a:pt x="5152" y="5152"/>
                    </a:cubicBezTo>
                    <a:cubicBezTo>
                      <a:pt x="8450" y="1853"/>
                      <a:pt x="12924" y="0"/>
                      <a:pt x="17589" y="0"/>
                    </a:cubicBezTo>
                    <a:close/>
                  </a:path>
                </a:pathLst>
              </a:custGeom>
              <a:solidFill>
                <a:srgbClr val="0D5F5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0" y="47625"/>
                <a:ext cx="1970733" cy="231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1"/>
            <p:cNvSpPr/>
            <p:nvPr/>
          </p:nvSpPr>
          <p:spPr>
            <a:xfrm>
              <a:off x="4478533" y="613750"/>
              <a:ext cx="4775639" cy="999769"/>
            </a:xfrm>
            <a:custGeom>
              <a:rect b="b" l="l" r="r" t="t"/>
              <a:pathLst>
                <a:path extrusionOk="0" h="999769" w="4775639">
                  <a:moveTo>
                    <a:pt x="0" y="0"/>
                  </a:moveTo>
                  <a:lnTo>
                    <a:pt x="4775639" y="0"/>
                  </a:lnTo>
                  <a:lnTo>
                    <a:pt x="4775639" y="999770"/>
                  </a:lnTo>
                  <a:lnTo>
                    <a:pt x="0" y="9997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-36537" r="0" t="0"/>
              </a:stretch>
            </a:blipFill>
            <a:ln>
              <a:noFill/>
            </a:ln>
          </p:spPr>
        </p:sp>
        <p:sp>
          <p:nvSpPr>
            <p:cNvPr id="93" name="Google Shape;93;p1"/>
            <p:cNvSpPr/>
            <p:nvPr/>
          </p:nvSpPr>
          <p:spPr>
            <a:xfrm>
              <a:off x="2628935" y="508727"/>
              <a:ext cx="1683984" cy="1209815"/>
            </a:xfrm>
            <a:custGeom>
              <a:rect b="b" l="l" r="r" t="t"/>
              <a:pathLst>
                <a:path extrusionOk="0" h="1209815" w="1683984">
                  <a:moveTo>
                    <a:pt x="0" y="0"/>
                  </a:moveTo>
                  <a:lnTo>
                    <a:pt x="1683984" y="0"/>
                  </a:lnTo>
                  <a:lnTo>
                    <a:pt x="1683984" y="1209815"/>
                  </a:lnTo>
                  <a:lnTo>
                    <a:pt x="0" y="12098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95534" l="-49861" r="-55947" t="-90942"/>
              </a:stretch>
            </a:blip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627416" y="0"/>
              <a:ext cx="2106203" cy="2106203"/>
            </a:xfrm>
            <a:custGeom>
              <a:rect b="b" l="l" r="r" t="t"/>
              <a:pathLst>
                <a:path extrusionOk="0" h="2106203" w="2106203">
                  <a:moveTo>
                    <a:pt x="0" y="0"/>
                  </a:moveTo>
                  <a:lnTo>
                    <a:pt x="2106203" y="0"/>
                  </a:lnTo>
                  <a:lnTo>
                    <a:pt x="2106203" y="2106203"/>
                  </a:lnTo>
                  <a:lnTo>
                    <a:pt x="0" y="21062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5" name="Google Shape;95;p1"/>
          <p:cNvSpPr txBox="1"/>
          <p:nvPr/>
        </p:nvSpPr>
        <p:spPr>
          <a:xfrm>
            <a:off x="3968225" y="2055923"/>
            <a:ext cx="10351551" cy="2040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2" u="none" cap="none" strike="noStrike">
                <a:solidFill>
                  <a:srgbClr val="6EE2CE"/>
                </a:solidFill>
                <a:latin typeface="Titillium Web"/>
                <a:ea typeface="Titillium Web"/>
                <a:cs typeface="Titillium Web"/>
                <a:sym typeface="Titillium Web"/>
              </a:rPr>
              <a:t>TEAM NAME 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172065" y="4039596"/>
            <a:ext cx="1577413" cy="60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3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Theme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276819" y="5707380"/>
            <a:ext cx="3595291" cy="55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NAME 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915109" y="7128682"/>
            <a:ext cx="1976140" cy="55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76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SB LOGO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4856288" y="2096431"/>
            <a:ext cx="9694648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ProbeLem Statement 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108" name="Google Shape;108;p2"/>
          <p:cNvGrpSpPr/>
          <p:nvPr/>
        </p:nvGrpSpPr>
        <p:grpSpPr>
          <a:xfrm>
            <a:off x="2004028" y="3848292"/>
            <a:ext cx="13798301" cy="4336675"/>
            <a:chOff x="0" y="0"/>
            <a:chExt cx="18397734" cy="5782233"/>
          </a:xfrm>
        </p:grpSpPr>
        <p:grpSp>
          <p:nvGrpSpPr>
            <p:cNvPr id="109" name="Google Shape;109;p2"/>
            <p:cNvGrpSpPr/>
            <p:nvPr/>
          </p:nvGrpSpPr>
          <p:grpSpPr>
            <a:xfrm>
              <a:off x="0" y="0"/>
              <a:ext cx="18397734" cy="5782233"/>
              <a:chOff x="0" y="0"/>
              <a:chExt cx="1651617" cy="519088"/>
            </a:xfrm>
          </p:grpSpPr>
          <p:sp>
            <p:nvSpPr>
              <p:cNvPr id="110" name="Google Shape;110;p2"/>
              <p:cNvSpPr/>
              <p:nvPr/>
            </p:nvSpPr>
            <p:spPr>
              <a:xfrm>
                <a:off x="0" y="0"/>
                <a:ext cx="1651617" cy="519088"/>
              </a:xfrm>
              <a:custGeom>
                <a:rect b="b" l="l" r="r" t="t"/>
                <a:pathLst>
                  <a:path extrusionOk="0" h="519088" w="1651617">
                    <a:moveTo>
                      <a:pt x="69702" y="0"/>
                    </a:moveTo>
                    <a:lnTo>
                      <a:pt x="1581915" y="0"/>
                    </a:lnTo>
                    <a:cubicBezTo>
                      <a:pt x="1600401" y="0"/>
                      <a:pt x="1618130" y="7344"/>
                      <a:pt x="1631202" y="20415"/>
                    </a:cubicBezTo>
                    <a:cubicBezTo>
                      <a:pt x="1644273" y="33487"/>
                      <a:pt x="1651617" y="51216"/>
                      <a:pt x="1651617" y="69702"/>
                    </a:cubicBezTo>
                    <a:lnTo>
                      <a:pt x="1651617" y="449386"/>
                    </a:lnTo>
                    <a:cubicBezTo>
                      <a:pt x="1651617" y="467872"/>
                      <a:pt x="1644273" y="485601"/>
                      <a:pt x="1631202" y="498672"/>
                    </a:cubicBezTo>
                    <a:cubicBezTo>
                      <a:pt x="1618130" y="511744"/>
                      <a:pt x="1600401" y="519088"/>
                      <a:pt x="1581915" y="519088"/>
                    </a:cubicBezTo>
                    <a:lnTo>
                      <a:pt x="69702" y="519088"/>
                    </a:lnTo>
                    <a:cubicBezTo>
                      <a:pt x="51216" y="519088"/>
                      <a:pt x="33487" y="511744"/>
                      <a:pt x="20415" y="498672"/>
                    </a:cubicBezTo>
                    <a:cubicBezTo>
                      <a:pt x="7344" y="485601"/>
                      <a:pt x="0" y="467872"/>
                      <a:pt x="0" y="449386"/>
                    </a:cubicBezTo>
                    <a:lnTo>
                      <a:pt x="0" y="69702"/>
                    </a:lnTo>
                    <a:cubicBezTo>
                      <a:pt x="0" y="51216"/>
                      <a:pt x="7344" y="33487"/>
                      <a:pt x="20415" y="20415"/>
                    </a:cubicBezTo>
                    <a:cubicBezTo>
                      <a:pt x="33487" y="7344"/>
                      <a:pt x="51216" y="0"/>
                      <a:pt x="697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"/>
              <p:cNvSpPr txBox="1"/>
              <p:nvPr/>
            </p:nvSpPr>
            <p:spPr>
              <a:xfrm>
                <a:off x="0" y="47625"/>
                <a:ext cx="1651617" cy="471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125" lIns="55125" spcFirstLastPara="1" rIns="55125" wrap="square" tIns="55125">
                <a:noAutofit/>
              </a:bodyPr>
              <a:lstStyle/>
              <a:p>
                <a:pPr indent="0" lvl="0" marL="0" marR="0" rtl="0" algn="ctr">
                  <a:lnSpc>
                    <a:spcPct val="62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" name="Google Shape;112;p2"/>
            <p:cNvSpPr txBox="1"/>
            <p:nvPr/>
          </p:nvSpPr>
          <p:spPr>
            <a:xfrm>
              <a:off x="1807478" y="780446"/>
              <a:ext cx="14782779" cy="4021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64853" lvl="1" marL="729706" marR="0" rtl="0" algn="l">
                <a:lnSpc>
                  <a:spcPct val="183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379"/>
                <a:buFont typeface="Arial"/>
                <a:buChar char="•"/>
              </a:pPr>
              <a:r>
                <a:rPr b="1" i="0" lang="en-US" sz="337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What is the problem?</a:t>
              </a:r>
              <a:endParaRPr/>
            </a:p>
            <a:p>
              <a:pPr indent="-364853" lvl="1" marL="729706" marR="0" rtl="0" algn="l">
                <a:lnSpc>
                  <a:spcPct val="183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379"/>
                <a:buFont typeface="Arial"/>
                <a:buChar char="•"/>
              </a:pPr>
              <a:r>
                <a:rPr b="1" i="0" lang="en-US" sz="337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Who is affected?</a:t>
              </a:r>
              <a:endParaRPr/>
            </a:p>
            <a:p>
              <a:pPr indent="-364853" lvl="1" marL="729706" marR="0" rtl="0" algn="l">
                <a:lnSpc>
                  <a:spcPct val="183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379"/>
                <a:buFont typeface="Arial"/>
                <a:buChar char="•"/>
              </a:pPr>
              <a:r>
                <a:rPr b="1" i="0" lang="en-US" sz="337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Why does it matter now?</a:t>
              </a:r>
              <a:endParaRPr/>
            </a:p>
            <a:p>
              <a:pPr indent="-364853" lvl="1" marL="729706" marR="0" rtl="0" algn="l">
                <a:lnSpc>
                  <a:spcPct val="18304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379"/>
                <a:buFont typeface="Arial"/>
                <a:buChar char="•"/>
              </a:pPr>
              <a:r>
                <a:rPr b="1" i="0" lang="en-US" sz="337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Include real-world context or statistics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2818827" y="3507711"/>
            <a:ext cx="15989971" cy="9354511"/>
          </a:xfrm>
          <a:custGeom>
            <a:rect b="b" l="l" r="r" t="t"/>
            <a:pathLst>
              <a:path extrusionOk="0" h="9354511" w="15989971">
                <a:moveTo>
                  <a:pt x="0" y="0"/>
                </a:moveTo>
                <a:lnTo>
                  <a:pt x="15989971" y="0"/>
                </a:lnTo>
                <a:lnTo>
                  <a:pt x="15989971" y="9354511"/>
                </a:lnTo>
                <a:lnTo>
                  <a:pt x="0" y="93545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942" l="0" r="0" t="-6942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3" name="Google Shape;123;p3"/>
          <p:cNvGrpSpPr/>
          <p:nvPr/>
        </p:nvGrpSpPr>
        <p:grpSpPr>
          <a:xfrm>
            <a:off x="1915201" y="4054618"/>
            <a:ext cx="14457597" cy="3176212"/>
            <a:chOff x="0" y="0"/>
            <a:chExt cx="19276796" cy="4234949"/>
          </a:xfrm>
        </p:grpSpPr>
        <p:grpSp>
          <p:nvGrpSpPr>
            <p:cNvPr id="124" name="Google Shape;124;p3"/>
            <p:cNvGrpSpPr/>
            <p:nvPr/>
          </p:nvGrpSpPr>
          <p:grpSpPr>
            <a:xfrm>
              <a:off x="0" y="0"/>
              <a:ext cx="19276796" cy="4234949"/>
              <a:chOff x="0" y="0"/>
              <a:chExt cx="1834642" cy="402971"/>
            </a:xfrm>
          </p:grpSpPr>
          <p:sp>
            <p:nvSpPr>
              <p:cNvPr id="125" name="Google Shape;125;p3"/>
              <p:cNvSpPr/>
              <p:nvPr/>
            </p:nvSpPr>
            <p:spPr>
              <a:xfrm>
                <a:off x="0" y="0"/>
                <a:ext cx="1834642" cy="402971"/>
              </a:xfrm>
              <a:custGeom>
                <a:rect b="b" l="l" r="r" t="t"/>
                <a:pathLst>
                  <a:path extrusionOk="0" h="402971" w="1834642">
                    <a:moveTo>
                      <a:pt x="1834642" y="73845"/>
                    </a:moveTo>
                    <a:lnTo>
                      <a:pt x="1834642" y="329126"/>
                    </a:lnTo>
                    <a:cubicBezTo>
                      <a:pt x="1834642" y="348711"/>
                      <a:pt x="1826862" y="367494"/>
                      <a:pt x="1813013" y="381342"/>
                    </a:cubicBezTo>
                    <a:cubicBezTo>
                      <a:pt x="1799165" y="395191"/>
                      <a:pt x="1780382" y="402971"/>
                      <a:pt x="1760797" y="402971"/>
                    </a:cubicBezTo>
                    <a:lnTo>
                      <a:pt x="73845" y="402971"/>
                    </a:lnTo>
                    <a:cubicBezTo>
                      <a:pt x="54260" y="402971"/>
                      <a:pt x="35477" y="395191"/>
                      <a:pt x="21629" y="381342"/>
                    </a:cubicBezTo>
                    <a:cubicBezTo>
                      <a:pt x="7780" y="367494"/>
                      <a:pt x="0" y="348711"/>
                      <a:pt x="0" y="329126"/>
                    </a:cubicBezTo>
                    <a:lnTo>
                      <a:pt x="0" y="73845"/>
                    </a:lnTo>
                    <a:cubicBezTo>
                      <a:pt x="0" y="54260"/>
                      <a:pt x="7780" y="35477"/>
                      <a:pt x="21629" y="21629"/>
                    </a:cubicBezTo>
                    <a:cubicBezTo>
                      <a:pt x="35477" y="7780"/>
                      <a:pt x="54260" y="0"/>
                      <a:pt x="73845" y="0"/>
                    </a:cubicBezTo>
                    <a:lnTo>
                      <a:pt x="1760797" y="0"/>
                    </a:lnTo>
                    <a:cubicBezTo>
                      <a:pt x="1780382" y="0"/>
                      <a:pt x="1799165" y="7780"/>
                      <a:pt x="1813013" y="21629"/>
                    </a:cubicBezTo>
                    <a:cubicBezTo>
                      <a:pt x="1826862" y="35477"/>
                      <a:pt x="1834642" y="54260"/>
                      <a:pt x="1834642" y="73845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3"/>
              <p:cNvSpPr txBox="1"/>
              <p:nvPr/>
            </p:nvSpPr>
            <p:spPr>
              <a:xfrm>
                <a:off x="0" y="47625"/>
                <a:ext cx="1834642" cy="355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" name="Google Shape;127;p3"/>
            <p:cNvSpPr txBox="1"/>
            <p:nvPr/>
          </p:nvSpPr>
          <p:spPr>
            <a:xfrm>
              <a:off x="1893841" y="844187"/>
              <a:ext cx="15489114" cy="2562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96375" lvl="1" marL="79275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671"/>
                <a:buFont typeface="Arial"/>
                <a:buChar char="•"/>
              </a:pPr>
              <a:r>
                <a:rPr b="1" i="0" lang="en-US" sz="3671" u="none" cap="none" strike="noStrike">
                  <a:solidFill>
                    <a:srgbClr val="0E9C79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Describe your solution clearly</a:t>
              </a:r>
              <a:endParaRPr/>
            </a:p>
            <a:p>
              <a:pPr indent="-396375" lvl="1" marL="79275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671"/>
                <a:buFont typeface="Arial"/>
                <a:buChar char="•"/>
              </a:pPr>
              <a:r>
                <a:rPr b="1" i="0" lang="en-US" sz="3671" u="none" cap="none" strike="noStrike">
                  <a:solidFill>
                    <a:srgbClr val="0E9C79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How it works in simple terms</a:t>
              </a:r>
              <a:endParaRPr/>
            </a:p>
            <a:p>
              <a:pPr indent="-396375" lvl="1" marL="79275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671"/>
                <a:buFont typeface="Arial"/>
                <a:buChar char="•"/>
              </a:pPr>
              <a:r>
                <a:rPr b="1" i="0" lang="en-US" sz="3671" u="none" cap="none" strike="noStrike">
                  <a:solidFill>
                    <a:srgbClr val="0E9C79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What makes it different </a:t>
              </a:r>
              <a:endParaRPr/>
            </a:p>
          </p:txBody>
        </p:sp>
      </p:grpSp>
      <p:sp>
        <p:nvSpPr>
          <p:cNvPr id="128" name="Google Shape;128;p3"/>
          <p:cNvSpPr/>
          <p:nvPr/>
        </p:nvSpPr>
        <p:spPr>
          <a:xfrm>
            <a:off x="9723642" y="6947460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3"/>
          <p:cNvSpPr txBox="1"/>
          <p:nvPr/>
        </p:nvSpPr>
        <p:spPr>
          <a:xfrm>
            <a:off x="5020398" y="1872227"/>
            <a:ext cx="824720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Proposed Solution 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156079" y="2795412"/>
            <a:ext cx="1975842" cy="56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Core idea.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 txBox="1"/>
          <p:nvPr/>
        </p:nvSpPr>
        <p:spPr>
          <a:xfrm>
            <a:off x="1028700" y="1944176"/>
            <a:ext cx="16680414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System Architecture &amp; Technical Design 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2708468" y="3788028"/>
            <a:ext cx="12871064" cy="5566340"/>
            <a:chOff x="0" y="0"/>
            <a:chExt cx="17161418" cy="7421787"/>
          </a:xfrm>
        </p:grpSpPr>
        <p:grpSp>
          <p:nvGrpSpPr>
            <p:cNvPr id="144" name="Google Shape;144;p4"/>
            <p:cNvGrpSpPr/>
            <p:nvPr/>
          </p:nvGrpSpPr>
          <p:grpSpPr>
            <a:xfrm>
              <a:off x="0" y="0"/>
              <a:ext cx="17161418" cy="7421787"/>
              <a:chOff x="0" y="0"/>
              <a:chExt cx="1801544" cy="779112"/>
            </a:xfrm>
          </p:grpSpPr>
          <p:sp>
            <p:nvSpPr>
              <p:cNvPr id="145" name="Google Shape;145;p4"/>
              <p:cNvSpPr/>
              <p:nvPr/>
            </p:nvSpPr>
            <p:spPr>
              <a:xfrm>
                <a:off x="0" y="0"/>
                <a:ext cx="1801544" cy="779112"/>
              </a:xfrm>
              <a:custGeom>
                <a:rect b="b" l="l" r="r" t="t"/>
                <a:pathLst>
                  <a:path extrusionOk="0" h="779112" w="1801544">
                    <a:moveTo>
                      <a:pt x="46791" y="0"/>
                    </a:moveTo>
                    <a:lnTo>
                      <a:pt x="1754752" y="0"/>
                    </a:lnTo>
                    <a:cubicBezTo>
                      <a:pt x="1767162" y="0"/>
                      <a:pt x="1779064" y="4930"/>
                      <a:pt x="1787839" y="13705"/>
                    </a:cubicBezTo>
                    <a:cubicBezTo>
                      <a:pt x="1796614" y="22480"/>
                      <a:pt x="1801544" y="34381"/>
                      <a:pt x="1801544" y="46791"/>
                    </a:cubicBezTo>
                    <a:lnTo>
                      <a:pt x="1801544" y="732321"/>
                    </a:lnTo>
                    <a:cubicBezTo>
                      <a:pt x="1801544" y="758163"/>
                      <a:pt x="1780595" y="779112"/>
                      <a:pt x="1754752" y="779112"/>
                    </a:cubicBezTo>
                    <a:lnTo>
                      <a:pt x="46791" y="779112"/>
                    </a:lnTo>
                    <a:cubicBezTo>
                      <a:pt x="34381" y="779112"/>
                      <a:pt x="22480" y="774183"/>
                      <a:pt x="13705" y="765407"/>
                    </a:cubicBezTo>
                    <a:cubicBezTo>
                      <a:pt x="4930" y="756632"/>
                      <a:pt x="0" y="744731"/>
                      <a:pt x="0" y="732321"/>
                    </a:cubicBezTo>
                    <a:lnTo>
                      <a:pt x="0" y="46791"/>
                    </a:lnTo>
                    <a:cubicBezTo>
                      <a:pt x="0" y="20949"/>
                      <a:pt x="20949" y="0"/>
                      <a:pt x="467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 txBox="1"/>
              <p:nvPr/>
            </p:nvSpPr>
            <p:spPr>
              <a:xfrm>
                <a:off x="0" y="47625"/>
                <a:ext cx="1801544" cy="73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4"/>
            <p:cNvSpPr txBox="1"/>
            <p:nvPr/>
          </p:nvSpPr>
          <p:spPr>
            <a:xfrm>
              <a:off x="1451248" y="436145"/>
              <a:ext cx="14530027" cy="6511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Include: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System diagram (VERY recommended)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Components (hardware + software if applicable)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Data flow explanation</a:t>
              </a:r>
              <a:endParaRPr/>
            </a:p>
            <a:p>
              <a:pPr indent="0" lvl="0" marL="0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Example structure: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Sensors / Inputs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Processing unit (AI model, microcontroller, etc.)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Backend / Cloud</a:t>
              </a:r>
              <a:endParaRPr/>
            </a:p>
            <a:p>
              <a:pPr indent="-305968" lvl="1" marL="611936" marR="0" rtl="0" algn="l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834"/>
                <a:buFont typeface="Arial"/>
                <a:buChar char="•"/>
              </a:pPr>
              <a:r>
                <a:rPr b="1" i="0" lang="en-US" sz="283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Output / User interface</a:t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1451248" y="765082"/>
              <a:ext cx="14530027" cy="762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4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51" name="Google Shape;151;p4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2" name="Google Shape;152;p4"/>
          <p:cNvSpPr/>
          <p:nvPr/>
        </p:nvSpPr>
        <p:spPr>
          <a:xfrm>
            <a:off x="-5474099" y="7374298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4"/>
          <p:cNvSpPr/>
          <p:nvPr/>
        </p:nvSpPr>
        <p:spPr>
          <a:xfrm flipH="1">
            <a:off x="14947191" y="1339850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8743570" y="0"/>
                </a:moveTo>
                <a:lnTo>
                  <a:pt x="0" y="0"/>
                </a:lnTo>
                <a:lnTo>
                  <a:pt x="0" y="5825403"/>
                </a:lnTo>
                <a:lnTo>
                  <a:pt x="8743570" y="5825403"/>
                </a:lnTo>
                <a:lnTo>
                  <a:pt x="874357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5"/>
          <p:cNvSpPr txBox="1"/>
          <p:nvPr/>
        </p:nvSpPr>
        <p:spPr>
          <a:xfrm>
            <a:off x="3460168" y="2324063"/>
            <a:ext cx="11367663" cy="105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Technical Implementation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5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162" name="Google Shape;162;p5"/>
          <p:cNvGrpSpPr/>
          <p:nvPr/>
        </p:nvGrpSpPr>
        <p:grpSpPr>
          <a:xfrm>
            <a:off x="3086366" y="4136211"/>
            <a:ext cx="12684551" cy="3444894"/>
            <a:chOff x="0" y="0"/>
            <a:chExt cx="16912734" cy="4593192"/>
          </a:xfrm>
        </p:grpSpPr>
        <p:grpSp>
          <p:nvGrpSpPr>
            <p:cNvPr id="163" name="Google Shape;163;p5"/>
            <p:cNvGrpSpPr/>
            <p:nvPr/>
          </p:nvGrpSpPr>
          <p:grpSpPr>
            <a:xfrm>
              <a:off x="0" y="0"/>
              <a:ext cx="16912734" cy="4593191"/>
              <a:chOff x="0" y="0"/>
              <a:chExt cx="1926876" cy="523304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0" y="0"/>
                <a:ext cx="1926876" cy="523304"/>
              </a:xfrm>
              <a:custGeom>
                <a:rect b="b" l="l" r="r" t="t"/>
                <a:pathLst>
                  <a:path extrusionOk="0" h="523304" w="1926876">
                    <a:moveTo>
                      <a:pt x="51560" y="0"/>
                    </a:moveTo>
                    <a:lnTo>
                      <a:pt x="1875316" y="0"/>
                    </a:lnTo>
                    <a:cubicBezTo>
                      <a:pt x="1903791" y="0"/>
                      <a:pt x="1926876" y="23084"/>
                      <a:pt x="1926876" y="51560"/>
                    </a:cubicBezTo>
                    <a:lnTo>
                      <a:pt x="1926876" y="471744"/>
                    </a:lnTo>
                    <a:cubicBezTo>
                      <a:pt x="1926876" y="500220"/>
                      <a:pt x="1903791" y="523304"/>
                      <a:pt x="1875316" y="523304"/>
                    </a:cubicBezTo>
                    <a:lnTo>
                      <a:pt x="51560" y="523304"/>
                    </a:lnTo>
                    <a:cubicBezTo>
                      <a:pt x="23084" y="523304"/>
                      <a:pt x="0" y="500220"/>
                      <a:pt x="0" y="471744"/>
                    </a:cubicBezTo>
                    <a:lnTo>
                      <a:pt x="0" y="51560"/>
                    </a:lnTo>
                    <a:cubicBezTo>
                      <a:pt x="0" y="23084"/>
                      <a:pt x="23084" y="0"/>
                      <a:pt x="51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5"/>
              <p:cNvSpPr txBox="1"/>
              <p:nvPr/>
            </p:nvSpPr>
            <p:spPr>
              <a:xfrm>
                <a:off x="0" y="47625"/>
                <a:ext cx="1926876" cy="4756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" name="Google Shape;166;p5"/>
            <p:cNvSpPr txBox="1"/>
            <p:nvPr/>
          </p:nvSpPr>
          <p:spPr>
            <a:xfrm>
              <a:off x="723593" y="799417"/>
              <a:ext cx="14906954" cy="3793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95935" lvl="1" marL="591869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741"/>
                <a:buFont typeface="Arial"/>
                <a:buChar char="•"/>
              </a:pPr>
              <a:r>
                <a:rPr b="1" i="0" lang="en-US" sz="2741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Technologies used (AI, IoT, embedded systems, apps, etc.)</a:t>
              </a:r>
              <a:endParaRPr/>
            </a:p>
            <a:p>
              <a:pPr indent="-295935" lvl="1" marL="591869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741"/>
                <a:buFont typeface="Arial"/>
                <a:buChar char="•"/>
              </a:pPr>
              <a:r>
                <a:rPr b="1" i="0" lang="en-US" sz="2741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Algorithms or models used (if any)</a:t>
              </a:r>
              <a:endParaRPr/>
            </a:p>
            <a:p>
              <a:pPr indent="-295935" lvl="1" marL="591869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741"/>
                <a:buFont typeface="Arial"/>
                <a:buChar char="•"/>
              </a:pPr>
              <a:r>
                <a:rPr b="1" i="0" lang="en-US" sz="2741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Hardware specs (if relevant)</a:t>
              </a:r>
              <a:endParaRPr/>
            </a:p>
            <a:p>
              <a:pPr indent="-295935" lvl="1" marL="591869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741"/>
                <a:buFont typeface="Arial"/>
                <a:buChar char="•"/>
              </a:pPr>
              <a:r>
                <a:rPr b="1" i="0" lang="en-US" sz="2741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Communication protocols (MQTT, HTTP, etc.)</a:t>
              </a:r>
              <a:endParaRPr/>
            </a:p>
            <a:p>
              <a:pPr indent="0" lvl="0" marL="0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41" u="none" cap="none" strike="noStrike">
                <a:solidFill>
                  <a:srgbClr val="0E9C7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41" u="none" cap="none" strike="noStrike">
                <a:solidFill>
                  <a:srgbClr val="0E9C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5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68" name="Google Shape;168;p5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69" name="Google Shape;169;p5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 flipH="1">
            <a:off x="0" y="6906273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8743570" y="0"/>
                </a:moveTo>
                <a:lnTo>
                  <a:pt x="0" y="0"/>
                </a:lnTo>
                <a:lnTo>
                  <a:pt x="0" y="5825403"/>
                </a:lnTo>
                <a:lnTo>
                  <a:pt x="8743570" y="5825403"/>
                </a:lnTo>
                <a:lnTo>
                  <a:pt x="874357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6"/>
          <p:cNvSpPr txBox="1"/>
          <p:nvPr/>
        </p:nvSpPr>
        <p:spPr>
          <a:xfrm>
            <a:off x="2911705" y="2284365"/>
            <a:ext cx="1295882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 Results / Prototype / Demo : 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6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179" name="Google Shape;179;p6"/>
          <p:cNvGrpSpPr/>
          <p:nvPr/>
        </p:nvGrpSpPr>
        <p:grpSpPr>
          <a:xfrm>
            <a:off x="1436712" y="4075866"/>
            <a:ext cx="15908812" cy="3203150"/>
            <a:chOff x="0" y="0"/>
            <a:chExt cx="21211749" cy="4270867"/>
          </a:xfrm>
        </p:grpSpPr>
        <p:grpSp>
          <p:nvGrpSpPr>
            <p:cNvPr id="180" name="Google Shape;180;p6"/>
            <p:cNvGrpSpPr/>
            <p:nvPr/>
          </p:nvGrpSpPr>
          <p:grpSpPr>
            <a:xfrm>
              <a:off x="0" y="0"/>
              <a:ext cx="21211749" cy="4270867"/>
              <a:chOff x="0" y="0"/>
              <a:chExt cx="2287655" cy="460607"/>
            </a:xfrm>
          </p:grpSpPr>
          <p:sp>
            <p:nvSpPr>
              <p:cNvPr id="181" name="Google Shape;181;p6"/>
              <p:cNvSpPr/>
              <p:nvPr/>
            </p:nvSpPr>
            <p:spPr>
              <a:xfrm>
                <a:off x="0" y="0"/>
                <a:ext cx="2287655" cy="460607"/>
              </a:xfrm>
              <a:custGeom>
                <a:rect b="b" l="l" r="r" t="t"/>
                <a:pathLst>
                  <a:path extrusionOk="0" h="460607" w="2287655">
                    <a:moveTo>
                      <a:pt x="48035" y="0"/>
                    </a:moveTo>
                    <a:lnTo>
                      <a:pt x="2239620" y="0"/>
                    </a:lnTo>
                    <a:cubicBezTo>
                      <a:pt x="2252360" y="0"/>
                      <a:pt x="2264578" y="5061"/>
                      <a:pt x="2273586" y="14069"/>
                    </a:cubicBezTo>
                    <a:cubicBezTo>
                      <a:pt x="2282594" y="23077"/>
                      <a:pt x="2287655" y="35295"/>
                      <a:pt x="2287655" y="48035"/>
                    </a:cubicBezTo>
                    <a:lnTo>
                      <a:pt x="2287655" y="412572"/>
                    </a:lnTo>
                    <a:cubicBezTo>
                      <a:pt x="2287655" y="425311"/>
                      <a:pt x="2282594" y="437529"/>
                      <a:pt x="2273586" y="446538"/>
                    </a:cubicBezTo>
                    <a:cubicBezTo>
                      <a:pt x="2264578" y="455546"/>
                      <a:pt x="2252360" y="460607"/>
                      <a:pt x="2239620" y="460607"/>
                    </a:cubicBezTo>
                    <a:lnTo>
                      <a:pt x="48035" y="460607"/>
                    </a:lnTo>
                    <a:cubicBezTo>
                      <a:pt x="35295" y="460607"/>
                      <a:pt x="23077" y="455546"/>
                      <a:pt x="14069" y="446538"/>
                    </a:cubicBezTo>
                    <a:cubicBezTo>
                      <a:pt x="5061" y="437529"/>
                      <a:pt x="0" y="425311"/>
                      <a:pt x="0" y="412572"/>
                    </a:cubicBezTo>
                    <a:lnTo>
                      <a:pt x="0" y="48035"/>
                    </a:lnTo>
                    <a:cubicBezTo>
                      <a:pt x="0" y="35295"/>
                      <a:pt x="5061" y="23077"/>
                      <a:pt x="14069" y="14069"/>
                    </a:cubicBezTo>
                    <a:cubicBezTo>
                      <a:pt x="23077" y="5061"/>
                      <a:pt x="35295" y="0"/>
                      <a:pt x="480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6"/>
              <p:cNvSpPr txBox="1"/>
              <p:nvPr/>
            </p:nvSpPr>
            <p:spPr>
              <a:xfrm>
                <a:off x="0" y="47625"/>
                <a:ext cx="2287655" cy="4129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" name="Google Shape;183;p6"/>
            <p:cNvSpPr txBox="1"/>
            <p:nvPr/>
          </p:nvSpPr>
          <p:spPr>
            <a:xfrm>
              <a:off x="1691430" y="1035402"/>
              <a:ext cx="16510927" cy="21333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34644" lvl="1" marL="669288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099"/>
                <a:buFont typeface="Arial"/>
                <a:buChar char="•"/>
              </a:pPr>
              <a:r>
                <a:rPr b="1" i="0" lang="en-US" sz="309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Screenshots / demo images / graphs</a:t>
              </a:r>
              <a:endParaRPr/>
            </a:p>
            <a:p>
              <a:pPr indent="-334644" lvl="1" marL="669288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099"/>
                <a:buFont typeface="Arial"/>
                <a:buChar char="•"/>
              </a:pPr>
              <a:r>
                <a:rPr b="1" i="0" lang="en-US" sz="309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Performance (accuracy, latency, etc. if available)</a:t>
              </a:r>
              <a:endParaRPr/>
            </a:p>
            <a:p>
              <a:pPr indent="-334644" lvl="1" marL="669288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099"/>
                <a:buFont typeface="Arial"/>
                <a:buChar char="•"/>
              </a:pPr>
              <a:r>
                <a:rPr b="1" i="0" lang="en-US" sz="3099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If no full prototype → show simulation or design progress</a:t>
              </a:r>
              <a:endParaRPr/>
            </a:p>
          </p:txBody>
        </p:sp>
      </p:grpSp>
      <p:sp>
        <p:nvSpPr>
          <p:cNvPr id="184" name="Google Shape;184;p6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85" name="Google Shape;185;p6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86" name="Google Shape;186;p6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7"/>
          <p:cNvSpPr txBox="1"/>
          <p:nvPr/>
        </p:nvSpPr>
        <p:spPr>
          <a:xfrm>
            <a:off x="4656607" y="2324271"/>
            <a:ext cx="805979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Impact</a:t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7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196" name="Google Shape;196;p7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197" name="Google Shape;197;p7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8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8"/>
          <p:cNvSpPr/>
          <p:nvPr/>
        </p:nvSpPr>
        <p:spPr>
          <a:xfrm>
            <a:off x="11224487" y="1722885"/>
            <a:ext cx="6116094" cy="4159258"/>
          </a:xfrm>
          <a:custGeom>
            <a:rect b="b" l="l" r="r" t="t"/>
            <a:pathLst>
              <a:path extrusionOk="0" h="4159258" w="6116094">
                <a:moveTo>
                  <a:pt x="0" y="0"/>
                </a:moveTo>
                <a:lnTo>
                  <a:pt x="6116094" y="0"/>
                </a:lnTo>
                <a:lnTo>
                  <a:pt x="6116094" y="4159258"/>
                </a:lnTo>
                <a:lnTo>
                  <a:pt x="0" y="4159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4063" l="0" r="-97504" t="-67869"/>
            </a:stretch>
          </a:blipFill>
          <a:ln>
            <a:noFill/>
          </a:ln>
        </p:spPr>
      </p:sp>
      <p:sp>
        <p:nvSpPr>
          <p:cNvPr id="205" name="Google Shape;205;p8"/>
          <p:cNvSpPr/>
          <p:nvPr/>
        </p:nvSpPr>
        <p:spPr>
          <a:xfrm>
            <a:off x="11532529" y="5529398"/>
            <a:ext cx="5808052" cy="4159258"/>
          </a:xfrm>
          <a:custGeom>
            <a:rect b="b" l="l" r="r" t="t"/>
            <a:pathLst>
              <a:path extrusionOk="0" h="4159258" w="5808052">
                <a:moveTo>
                  <a:pt x="0" y="0"/>
                </a:moveTo>
                <a:lnTo>
                  <a:pt x="5808052" y="0"/>
                </a:lnTo>
                <a:lnTo>
                  <a:pt x="5808052" y="4159258"/>
                </a:lnTo>
                <a:lnTo>
                  <a:pt x="0" y="4159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1949" l="-104191" r="-3787" t="-69988"/>
            </a:stretch>
          </a:blipFill>
          <a:ln>
            <a:noFill/>
          </a:ln>
        </p:spPr>
      </p:sp>
      <p:grpSp>
        <p:nvGrpSpPr>
          <p:cNvPr id="206" name="Google Shape;206;p8"/>
          <p:cNvGrpSpPr/>
          <p:nvPr/>
        </p:nvGrpSpPr>
        <p:grpSpPr>
          <a:xfrm>
            <a:off x="1436951" y="5455225"/>
            <a:ext cx="9218989" cy="3208338"/>
            <a:chOff x="0" y="0"/>
            <a:chExt cx="12291986" cy="4277783"/>
          </a:xfrm>
        </p:grpSpPr>
        <p:grpSp>
          <p:nvGrpSpPr>
            <p:cNvPr id="207" name="Google Shape;207;p8"/>
            <p:cNvGrpSpPr/>
            <p:nvPr/>
          </p:nvGrpSpPr>
          <p:grpSpPr>
            <a:xfrm>
              <a:off x="0" y="0"/>
              <a:ext cx="12291986" cy="4277783"/>
              <a:chOff x="0" y="0"/>
              <a:chExt cx="1651617" cy="574786"/>
            </a:xfrm>
          </p:grpSpPr>
          <p:sp>
            <p:nvSpPr>
              <p:cNvPr id="208" name="Google Shape;208;p8"/>
              <p:cNvSpPr/>
              <p:nvPr/>
            </p:nvSpPr>
            <p:spPr>
              <a:xfrm>
                <a:off x="0" y="0"/>
                <a:ext cx="1651617" cy="574786"/>
              </a:xfrm>
              <a:custGeom>
                <a:rect b="b" l="l" r="r" t="t"/>
                <a:pathLst>
                  <a:path extrusionOk="0" h="574786" w="1651617">
                    <a:moveTo>
                      <a:pt x="38630" y="0"/>
                    </a:moveTo>
                    <a:lnTo>
                      <a:pt x="1612987" y="0"/>
                    </a:lnTo>
                    <a:cubicBezTo>
                      <a:pt x="1634322" y="0"/>
                      <a:pt x="1651617" y="17295"/>
                      <a:pt x="1651617" y="38630"/>
                    </a:cubicBezTo>
                    <a:lnTo>
                      <a:pt x="1651617" y="536156"/>
                    </a:lnTo>
                    <a:cubicBezTo>
                      <a:pt x="1651617" y="546401"/>
                      <a:pt x="1647547" y="556227"/>
                      <a:pt x="1640303" y="563471"/>
                    </a:cubicBezTo>
                    <a:cubicBezTo>
                      <a:pt x="1633058" y="570716"/>
                      <a:pt x="1623232" y="574786"/>
                      <a:pt x="1612987" y="574786"/>
                    </a:cubicBezTo>
                    <a:lnTo>
                      <a:pt x="38630" y="574786"/>
                    </a:lnTo>
                    <a:cubicBezTo>
                      <a:pt x="28385" y="574786"/>
                      <a:pt x="18559" y="570716"/>
                      <a:pt x="11314" y="563471"/>
                    </a:cubicBezTo>
                    <a:cubicBezTo>
                      <a:pt x="4070" y="556227"/>
                      <a:pt x="0" y="546401"/>
                      <a:pt x="0" y="536156"/>
                    </a:cubicBezTo>
                    <a:lnTo>
                      <a:pt x="0" y="38630"/>
                    </a:lnTo>
                    <a:cubicBezTo>
                      <a:pt x="0" y="28385"/>
                      <a:pt x="4070" y="18559"/>
                      <a:pt x="11314" y="11314"/>
                    </a:cubicBezTo>
                    <a:cubicBezTo>
                      <a:pt x="18559" y="4070"/>
                      <a:pt x="28385" y="0"/>
                      <a:pt x="386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8"/>
              <p:cNvSpPr txBox="1"/>
              <p:nvPr/>
            </p:nvSpPr>
            <p:spPr>
              <a:xfrm>
                <a:off x="0" y="47625"/>
                <a:ext cx="1651617" cy="5271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5125" lIns="55125" spcFirstLastPara="1" rIns="55125" wrap="square" tIns="55125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8"/>
            <p:cNvSpPr txBox="1"/>
            <p:nvPr/>
          </p:nvSpPr>
          <p:spPr>
            <a:xfrm>
              <a:off x="1207621" y="502677"/>
              <a:ext cx="9876743" cy="31200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6946" lvl="1" marL="573893" marR="0" rtl="0" algn="l">
                <a:lnSpc>
                  <a:spcPct val="182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658"/>
                <a:buFont typeface="Arial"/>
                <a:buChar char="•"/>
              </a:pPr>
              <a:r>
                <a:rPr b="1" i="0" lang="en-US" sz="2658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Which UN SDG(s) are you targeting?</a:t>
              </a:r>
              <a:endParaRPr/>
            </a:p>
            <a:p>
              <a:pPr indent="-286946" lvl="1" marL="573893" marR="0" rtl="0" algn="l">
                <a:lnSpc>
                  <a:spcPct val="182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658"/>
                <a:buFont typeface="Arial"/>
                <a:buChar char="•"/>
              </a:pPr>
              <a:r>
                <a:rPr b="1" i="0" lang="en-US" sz="2658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Why this SDG?</a:t>
              </a:r>
              <a:endParaRPr/>
            </a:p>
            <a:p>
              <a:pPr indent="-286946" lvl="1" marL="573893" marR="0" rtl="0" algn="l">
                <a:lnSpc>
                  <a:spcPct val="182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658"/>
                <a:buFont typeface="Arial"/>
                <a:buChar char="•"/>
              </a:pPr>
              <a:r>
                <a:rPr b="1" i="0" lang="en-US" sz="2658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How your project contributes to it</a:t>
              </a:r>
              <a:endParaRPr/>
            </a:p>
            <a:p>
              <a:pPr indent="-286946" lvl="1" marL="573893" marR="0" rtl="0" algn="l">
                <a:lnSpc>
                  <a:spcPct val="182994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2658"/>
                <a:buFont typeface="Arial"/>
                <a:buChar char="•"/>
              </a:pPr>
              <a:r>
                <a:rPr b="1" i="0" lang="en-US" sz="2658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Include: SDG number + name + photo</a:t>
              </a:r>
              <a:endParaRPr/>
            </a:p>
          </p:txBody>
        </p:sp>
      </p:grpSp>
      <p:sp>
        <p:nvSpPr>
          <p:cNvPr id="211" name="Google Shape;211;p8"/>
          <p:cNvSpPr txBox="1"/>
          <p:nvPr/>
        </p:nvSpPr>
        <p:spPr>
          <a:xfrm>
            <a:off x="1440510" y="3096088"/>
            <a:ext cx="7467090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SDG Alignment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9"/>
          <p:cNvSpPr txBox="1"/>
          <p:nvPr/>
        </p:nvSpPr>
        <p:spPr>
          <a:xfrm>
            <a:off x="2423766" y="2469703"/>
            <a:ext cx="1295882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Scalability &amp; Future Work</a:t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9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221" name="Google Shape;221;p9"/>
          <p:cNvGrpSpPr/>
          <p:nvPr/>
        </p:nvGrpSpPr>
        <p:grpSpPr>
          <a:xfrm>
            <a:off x="2457821" y="4446542"/>
            <a:ext cx="12457365" cy="3233905"/>
            <a:chOff x="0" y="0"/>
            <a:chExt cx="16609820" cy="4311873"/>
          </a:xfrm>
        </p:grpSpPr>
        <p:grpSp>
          <p:nvGrpSpPr>
            <p:cNvPr id="222" name="Google Shape;222;p9"/>
            <p:cNvGrpSpPr/>
            <p:nvPr/>
          </p:nvGrpSpPr>
          <p:grpSpPr>
            <a:xfrm>
              <a:off x="0" y="0"/>
              <a:ext cx="16609820" cy="4311873"/>
              <a:chOff x="0" y="0"/>
              <a:chExt cx="1791344" cy="465029"/>
            </a:xfrm>
          </p:grpSpPr>
          <p:sp>
            <p:nvSpPr>
              <p:cNvPr id="223" name="Google Shape;223;p9"/>
              <p:cNvSpPr/>
              <p:nvPr/>
            </p:nvSpPr>
            <p:spPr>
              <a:xfrm>
                <a:off x="0" y="0"/>
                <a:ext cx="1791344" cy="465029"/>
              </a:xfrm>
              <a:custGeom>
                <a:rect b="b" l="l" r="r" t="t"/>
                <a:pathLst>
                  <a:path extrusionOk="0" h="465029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407047"/>
                    </a:lnTo>
                    <a:cubicBezTo>
                      <a:pt x="1791344" y="422425"/>
                      <a:pt x="1785235" y="437173"/>
                      <a:pt x="1774361" y="448046"/>
                    </a:cubicBezTo>
                    <a:cubicBezTo>
                      <a:pt x="1763488" y="458920"/>
                      <a:pt x="1748740" y="465029"/>
                      <a:pt x="1733362" y="465029"/>
                    </a:cubicBezTo>
                    <a:lnTo>
                      <a:pt x="57982" y="465029"/>
                    </a:lnTo>
                    <a:cubicBezTo>
                      <a:pt x="42604" y="465029"/>
                      <a:pt x="27856" y="458920"/>
                      <a:pt x="16982" y="448046"/>
                    </a:cubicBezTo>
                    <a:cubicBezTo>
                      <a:pt x="6109" y="437173"/>
                      <a:pt x="0" y="422425"/>
                      <a:pt x="0" y="407047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9"/>
              <p:cNvSpPr txBox="1"/>
              <p:nvPr/>
            </p:nvSpPr>
            <p:spPr>
              <a:xfrm>
                <a:off x="0" y="47625"/>
                <a:ext cx="1791344" cy="417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" name="Google Shape;225;p9"/>
            <p:cNvSpPr txBox="1"/>
            <p:nvPr/>
          </p:nvSpPr>
          <p:spPr>
            <a:xfrm>
              <a:off x="757874" y="838197"/>
              <a:ext cx="15851946" cy="2898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52368" lvl="1" marL="704736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264"/>
                <a:buFont typeface="Arial"/>
                <a:buChar char="•"/>
              </a:pPr>
              <a:r>
                <a:rPr b="1" i="0" lang="en-US" sz="32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How can this grow beyond the hackathon?</a:t>
              </a:r>
              <a:endParaRPr/>
            </a:p>
            <a:p>
              <a:pPr indent="-352368" lvl="1" marL="704736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264"/>
                <a:buFont typeface="Arial"/>
                <a:buChar char="•"/>
              </a:pPr>
              <a:r>
                <a:rPr b="1" i="0" lang="en-US" sz="32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Real-world deployment ideas</a:t>
              </a:r>
              <a:endParaRPr/>
            </a:p>
            <a:p>
              <a:pPr indent="-352368" lvl="1" marL="704736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264"/>
                <a:buFont typeface="Arial"/>
                <a:buChar char="•"/>
              </a:pPr>
              <a:r>
                <a:rPr b="1" i="0" lang="en-US" sz="32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Improvements you would add with more time</a:t>
              </a:r>
              <a:endParaRPr/>
            </a:p>
            <a:p>
              <a:pPr indent="0" lvl="0" marL="0" marR="0" rtl="0" algn="l">
                <a:lnSpc>
                  <a:spcPct val="1185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64" u="none" cap="none" strike="noStrike">
                <a:solidFill>
                  <a:srgbClr val="0E9C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6" name="Google Shape;226;p9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227" name="Google Shape;227;p9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228" name="Google Shape;228;p9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9"/>
          <p:cNvSpPr/>
          <p:nvPr/>
        </p:nvSpPr>
        <p:spPr>
          <a:xfrm>
            <a:off x="9723642" y="6947460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0" y="0"/>
                </a:moveTo>
                <a:lnTo>
                  <a:pt x="8743570" y="0"/>
                </a:lnTo>
                <a:lnTo>
                  <a:pt x="8743570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0"/>
          <p:cNvSpPr txBox="1"/>
          <p:nvPr/>
        </p:nvSpPr>
        <p:spPr>
          <a:xfrm>
            <a:off x="2423766" y="2469703"/>
            <a:ext cx="1295882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Challenges &amp; Limitations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0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238" name="Google Shape;238;p10"/>
          <p:cNvGrpSpPr/>
          <p:nvPr/>
        </p:nvGrpSpPr>
        <p:grpSpPr>
          <a:xfrm>
            <a:off x="2457821" y="4446542"/>
            <a:ext cx="12457365" cy="2662405"/>
            <a:chOff x="0" y="0"/>
            <a:chExt cx="16609820" cy="3549873"/>
          </a:xfrm>
        </p:grpSpPr>
        <p:grpSp>
          <p:nvGrpSpPr>
            <p:cNvPr id="239" name="Google Shape;239;p10"/>
            <p:cNvGrpSpPr/>
            <p:nvPr/>
          </p:nvGrpSpPr>
          <p:grpSpPr>
            <a:xfrm>
              <a:off x="0" y="0"/>
              <a:ext cx="16609820" cy="3549873"/>
              <a:chOff x="0" y="0"/>
              <a:chExt cx="1791344" cy="382848"/>
            </a:xfrm>
          </p:grpSpPr>
          <p:sp>
            <p:nvSpPr>
              <p:cNvPr id="240" name="Google Shape;240;p10"/>
              <p:cNvSpPr/>
              <p:nvPr/>
            </p:nvSpPr>
            <p:spPr>
              <a:xfrm>
                <a:off x="0" y="0"/>
                <a:ext cx="1791344" cy="382848"/>
              </a:xfrm>
              <a:custGeom>
                <a:rect b="b" l="l" r="r" t="t"/>
                <a:pathLst>
                  <a:path extrusionOk="0" h="382848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324867"/>
                    </a:lnTo>
                    <a:cubicBezTo>
                      <a:pt x="1791344" y="340244"/>
                      <a:pt x="1785235" y="354992"/>
                      <a:pt x="1774361" y="365866"/>
                    </a:cubicBezTo>
                    <a:cubicBezTo>
                      <a:pt x="1763488" y="376740"/>
                      <a:pt x="1748740" y="382848"/>
                      <a:pt x="1733362" y="382848"/>
                    </a:cubicBezTo>
                    <a:lnTo>
                      <a:pt x="57982" y="382848"/>
                    </a:lnTo>
                    <a:cubicBezTo>
                      <a:pt x="42604" y="382848"/>
                      <a:pt x="27856" y="376740"/>
                      <a:pt x="16982" y="365866"/>
                    </a:cubicBezTo>
                    <a:cubicBezTo>
                      <a:pt x="6109" y="354992"/>
                      <a:pt x="0" y="340244"/>
                      <a:pt x="0" y="324867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0"/>
              <p:cNvSpPr txBox="1"/>
              <p:nvPr/>
            </p:nvSpPr>
            <p:spPr>
              <a:xfrm>
                <a:off x="0" y="47625"/>
                <a:ext cx="1791344" cy="335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" name="Google Shape;242;p10"/>
            <p:cNvSpPr txBox="1"/>
            <p:nvPr/>
          </p:nvSpPr>
          <p:spPr>
            <a:xfrm>
              <a:off x="757874" y="838197"/>
              <a:ext cx="15851946" cy="2136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52368" lvl="1" marL="704736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264"/>
                <a:buFont typeface="Arial"/>
                <a:buChar char="•"/>
              </a:pPr>
              <a:r>
                <a:rPr b="1" i="0" lang="en-US" sz="32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What problems did you face?</a:t>
              </a:r>
              <a:endParaRPr/>
            </a:p>
            <a:p>
              <a:pPr indent="-352368" lvl="1" marL="704736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Clr>
                  <a:srgbClr val="0E9C79"/>
                </a:buClr>
                <a:buSzPts val="3264"/>
                <a:buFont typeface="Arial"/>
                <a:buChar char="•"/>
              </a:pPr>
              <a:r>
                <a:rPr b="1" i="0" lang="en-US" sz="32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What is currently not solved yet?</a:t>
              </a:r>
              <a:endParaRPr/>
            </a:p>
            <a:p>
              <a:pPr indent="0" lvl="0" marL="0" marR="0" rtl="0" algn="l">
                <a:lnSpc>
                  <a:spcPct val="1185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3264" u="none" cap="none" strike="noStrike">
                <a:solidFill>
                  <a:srgbClr val="0E9C7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10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244" name="Google Shape;244;p10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245" name="Google Shape;245;p10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0"/>
          <p:cNvSpPr/>
          <p:nvPr/>
        </p:nvSpPr>
        <p:spPr>
          <a:xfrm>
            <a:off x="-5044121" y="2326828"/>
            <a:ext cx="8743570" cy="5825403"/>
          </a:xfrm>
          <a:custGeom>
            <a:rect b="b" l="l" r="r" t="t"/>
            <a:pathLst>
              <a:path extrusionOk="0" h="5825403" w="8743570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2A2A"/>
            </a:gs>
            <a:gs pos="100000">
              <a:srgbClr val="005959"/>
            </a:gs>
          </a:gsLst>
          <a:lin ang="0" scaled="0"/>
        </a:gra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/>
          <p:nvPr/>
        </p:nvSpPr>
        <p:spPr>
          <a:xfrm>
            <a:off x="-12650346" y="0"/>
            <a:ext cx="30938346" cy="10287000"/>
          </a:xfrm>
          <a:custGeom>
            <a:rect b="b" l="l" r="r" t="t"/>
            <a:pathLst>
              <a:path extrusionOk="0" h="10287000" w="30938346">
                <a:moveTo>
                  <a:pt x="0" y="0"/>
                </a:moveTo>
                <a:lnTo>
                  <a:pt x="30938346" y="0"/>
                </a:lnTo>
                <a:lnTo>
                  <a:pt x="30938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1"/>
          <p:cNvSpPr txBox="1"/>
          <p:nvPr/>
        </p:nvSpPr>
        <p:spPr>
          <a:xfrm>
            <a:off x="2423766" y="2469703"/>
            <a:ext cx="12958825" cy="989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70" u="none" cap="none" strike="noStrike">
                <a:solidFill>
                  <a:srgbClr val="70E6D2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1028700" y="597983"/>
            <a:ext cx="1794252" cy="596589"/>
          </a:xfrm>
          <a:custGeom>
            <a:rect b="b" l="l" r="r" t="t"/>
            <a:pathLst>
              <a:path extrusionOk="0" h="596589" w="1794252">
                <a:moveTo>
                  <a:pt x="0" y="0"/>
                </a:moveTo>
                <a:lnTo>
                  <a:pt x="1794252" y="0"/>
                </a:lnTo>
                <a:lnTo>
                  <a:pt x="1794252" y="596588"/>
                </a:lnTo>
                <a:lnTo>
                  <a:pt x="0" y="596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1"/>
          <p:cNvSpPr txBox="1"/>
          <p:nvPr/>
        </p:nvSpPr>
        <p:spPr>
          <a:xfrm>
            <a:off x="14282534" y="698500"/>
            <a:ext cx="2976766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IEEE AESS Sustainabilty</a:t>
            </a:r>
            <a:endParaRPr/>
          </a:p>
          <a:p>
            <a:pPr indent="0" lvl="0" marL="0" marR="0" rtl="0" algn="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/>
          </a:p>
        </p:txBody>
      </p:sp>
      <p:grpSp>
        <p:nvGrpSpPr>
          <p:cNvPr id="255" name="Google Shape;255;p11"/>
          <p:cNvGrpSpPr/>
          <p:nvPr/>
        </p:nvGrpSpPr>
        <p:grpSpPr>
          <a:xfrm>
            <a:off x="2457821" y="4446542"/>
            <a:ext cx="12457365" cy="1648310"/>
            <a:chOff x="0" y="0"/>
            <a:chExt cx="16609820" cy="2197747"/>
          </a:xfrm>
        </p:grpSpPr>
        <p:grpSp>
          <p:nvGrpSpPr>
            <p:cNvPr id="256" name="Google Shape;256;p11"/>
            <p:cNvGrpSpPr/>
            <p:nvPr/>
          </p:nvGrpSpPr>
          <p:grpSpPr>
            <a:xfrm>
              <a:off x="0" y="0"/>
              <a:ext cx="16609820" cy="2197747"/>
              <a:chOff x="0" y="0"/>
              <a:chExt cx="1791344" cy="237024"/>
            </a:xfrm>
          </p:grpSpPr>
          <p:sp>
            <p:nvSpPr>
              <p:cNvPr id="257" name="Google Shape;257;p11"/>
              <p:cNvSpPr/>
              <p:nvPr/>
            </p:nvSpPr>
            <p:spPr>
              <a:xfrm>
                <a:off x="0" y="0"/>
                <a:ext cx="1791344" cy="237024"/>
              </a:xfrm>
              <a:custGeom>
                <a:rect b="b" l="l" r="r" t="t"/>
                <a:pathLst>
                  <a:path extrusionOk="0" h="237024" w="1791344">
                    <a:moveTo>
                      <a:pt x="57982" y="0"/>
                    </a:moveTo>
                    <a:lnTo>
                      <a:pt x="1733362" y="0"/>
                    </a:lnTo>
                    <a:cubicBezTo>
                      <a:pt x="1748740" y="0"/>
                      <a:pt x="1763488" y="6109"/>
                      <a:pt x="1774361" y="16982"/>
                    </a:cubicBezTo>
                    <a:cubicBezTo>
                      <a:pt x="1785235" y="27856"/>
                      <a:pt x="1791344" y="42604"/>
                      <a:pt x="1791344" y="57982"/>
                    </a:cubicBezTo>
                    <a:lnTo>
                      <a:pt x="1791344" y="179042"/>
                    </a:lnTo>
                    <a:cubicBezTo>
                      <a:pt x="1791344" y="194420"/>
                      <a:pt x="1785235" y="209167"/>
                      <a:pt x="1774361" y="220041"/>
                    </a:cubicBezTo>
                    <a:cubicBezTo>
                      <a:pt x="1763488" y="230915"/>
                      <a:pt x="1748740" y="237024"/>
                      <a:pt x="1733362" y="237024"/>
                    </a:cubicBezTo>
                    <a:lnTo>
                      <a:pt x="57982" y="237024"/>
                    </a:lnTo>
                    <a:cubicBezTo>
                      <a:pt x="42604" y="237024"/>
                      <a:pt x="27856" y="230915"/>
                      <a:pt x="16982" y="220041"/>
                    </a:cubicBezTo>
                    <a:cubicBezTo>
                      <a:pt x="6109" y="209167"/>
                      <a:pt x="0" y="194420"/>
                      <a:pt x="0" y="179042"/>
                    </a:cubicBezTo>
                    <a:lnTo>
                      <a:pt x="0" y="57982"/>
                    </a:lnTo>
                    <a:cubicBezTo>
                      <a:pt x="0" y="42604"/>
                      <a:pt x="6109" y="27856"/>
                      <a:pt x="16982" y="16982"/>
                    </a:cubicBezTo>
                    <a:cubicBezTo>
                      <a:pt x="27856" y="6109"/>
                      <a:pt x="42604" y="0"/>
                      <a:pt x="5798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E9C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 txBox="1"/>
              <p:nvPr/>
            </p:nvSpPr>
            <p:spPr>
              <a:xfrm>
                <a:off x="0" y="47625"/>
                <a:ext cx="1791344" cy="189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6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11"/>
            <p:cNvSpPr txBox="1"/>
            <p:nvPr/>
          </p:nvSpPr>
          <p:spPr>
            <a:xfrm>
              <a:off x="757874" y="673452"/>
              <a:ext cx="15851946" cy="784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64" u="none" cap="none" strike="noStrike">
                  <a:solidFill>
                    <a:srgbClr val="0E9C79"/>
                  </a:solidFill>
                  <a:latin typeface="Arial"/>
                  <a:ea typeface="Arial"/>
                  <a:cs typeface="Arial"/>
                  <a:sym typeface="Arial"/>
                </a:rPr>
                <a:t>1–2 sentence summary of your solution</a:t>
              </a:r>
              <a:endParaRPr/>
            </a:p>
          </p:txBody>
        </p:sp>
      </p:grpSp>
      <p:sp>
        <p:nvSpPr>
          <p:cNvPr id="260" name="Google Shape;260;p11"/>
          <p:cNvSpPr/>
          <p:nvPr/>
        </p:nvSpPr>
        <p:spPr>
          <a:xfrm>
            <a:off x="8520766" y="460313"/>
            <a:ext cx="3581729" cy="749827"/>
          </a:xfrm>
          <a:custGeom>
            <a:rect b="b" l="l" r="r" t="t"/>
            <a:pathLst>
              <a:path extrusionOk="0" h="749827" w="3581729">
                <a:moveTo>
                  <a:pt x="0" y="0"/>
                </a:moveTo>
                <a:lnTo>
                  <a:pt x="3581729" y="0"/>
                </a:lnTo>
                <a:lnTo>
                  <a:pt x="3581729" y="749827"/>
                </a:lnTo>
                <a:lnTo>
                  <a:pt x="0" y="749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6537" r="0" t="0"/>
            </a:stretch>
          </a:blipFill>
          <a:ln>
            <a:noFill/>
          </a:ln>
        </p:spPr>
      </p:sp>
      <p:sp>
        <p:nvSpPr>
          <p:cNvPr id="261" name="Google Shape;261;p11"/>
          <p:cNvSpPr/>
          <p:nvPr/>
        </p:nvSpPr>
        <p:spPr>
          <a:xfrm>
            <a:off x="7133567" y="381546"/>
            <a:ext cx="1262988" cy="907361"/>
          </a:xfrm>
          <a:custGeom>
            <a:rect b="b" l="l" r="r" t="t"/>
            <a:pathLst>
              <a:path extrusionOk="0" h="907361" w="1262988">
                <a:moveTo>
                  <a:pt x="0" y="0"/>
                </a:moveTo>
                <a:lnTo>
                  <a:pt x="1262988" y="0"/>
                </a:lnTo>
                <a:lnTo>
                  <a:pt x="1262988" y="907361"/>
                </a:lnTo>
                <a:lnTo>
                  <a:pt x="0" y="90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5534" l="-49861" r="-55947" t="-90942"/>
            </a:stretch>
          </a:blipFill>
          <a:ln>
            <a:noFill/>
          </a:ln>
        </p:spPr>
      </p:sp>
      <p:sp>
        <p:nvSpPr>
          <p:cNvPr id="262" name="Google Shape;262;p11"/>
          <p:cNvSpPr/>
          <p:nvPr/>
        </p:nvSpPr>
        <p:spPr>
          <a:xfrm>
            <a:off x="5632428" y="0"/>
            <a:ext cx="1579652" cy="1579652"/>
          </a:xfrm>
          <a:custGeom>
            <a:rect b="b" l="l" r="r" t="t"/>
            <a:pathLst>
              <a:path extrusionOk="0" h="1579652" w="1579652">
                <a:moveTo>
                  <a:pt x="0" y="0"/>
                </a:moveTo>
                <a:lnTo>
                  <a:pt x="1579652" y="0"/>
                </a:lnTo>
                <a:lnTo>
                  <a:pt x="1579652" y="1579652"/>
                </a:lnTo>
                <a:lnTo>
                  <a:pt x="0" y="1579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