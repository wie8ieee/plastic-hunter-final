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56032"/>
            <a:ext cx="0" cy="640080"/>
          </a:xfrm>
          <a:prstGeom prst="line">
            <a:avLst/>
          </a:prstGeom>
          <a:noFill/>
          <a:ln w="2794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86878"/>
                </a:solidFill>
              </a:rPr>
              <a:t>PLASTIC HUNTER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603504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2033"/>
                </a:solidFill>
              </a:rPr>
              <a:t>Marine pollution monitoring with quieter sensing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02920" y="1133856"/>
            <a:ext cx="11109960" cy="0"/>
          </a:xfrm>
          <a:prstGeom prst="line">
            <a:avLst/>
          </a:prstGeom>
          <a:noFill/>
          <a:ln w="12700">
            <a:solidFill>
              <a:srgbClr val="CAD4D8"/>
            </a:solidFill>
            <a:prstDash val="solid"/>
          </a:ln>
        </p:spPr>
      </p:sp>
      <p:pic>
        <p:nvPicPr>
          <p:cNvPr id="6" name="Image 0" descr="Marine pollution monitoring with quieter sens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53312"/>
            <a:ext cx="6903720" cy="4526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50876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2033"/>
                </a:solidFill>
              </a:rPr>
              <a:t>Plastic Hunter combines browser UI, FastAPI, SQLite logging, CV validation, and eco-sonar simulation.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790688" y="4526280"/>
            <a:ext cx="3246120" cy="384048"/>
          </a:xfrm>
          <a:prstGeom prst="roundRect">
            <a:avLst>
              <a:gd name="adj" fmla="val 19048"/>
            </a:avLst>
          </a:prstGeom>
          <a:solidFill>
            <a:srgbClr val="24313F"/>
          </a:solidFill>
          <a:ln w="12700">
            <a:solidFill>
              <a:srgbClr val="24313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82128" y="4617720"/>
            <a:ext cx="3063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Software demo, not deployed hardware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56032"/>
            <a:ext cx="0" cy="640080"/>
          </a:xfrm>
          <a:prstGeom prst="line">
            <a:avLst/>
          </a:prstGeom>
          <a:noFill/>
          <a:ln w="2794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86878"/>
                </a:solidFill>
              </a:rPr>
              <a:t>PLASTIC HUNTER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603504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2033"/>
                </a:solidFill>
              </a:rPr>
              <a:t>The workflow turns sensing into judge-ready evidence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02920" y="1133856"/>
            <a:ext cx="11109960" cy="0"/>
          </a:xfrm>
          <a:prstGeom prst="line">
            <a:avLst/>
          </a:prstGeom>
          <a:noFill/>
          <a:ln w="12700">
            <a:solidFill>
              <a:srgbClr val="CAD4D8"/>
            </a:solidFill>
            <a:prstDash val="solid"/>
          </a:ln>
        </p:spPr>
      </p:sp>
      <p:pic>
        <p:nvPicPr>
          <p:cNvPr id="6" name="Image 0" descr="The workflow turns sensing into judge-ready evide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53312"/>
            <a:ext cx="6903720" cy="4526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50876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2033"/>
                </a:solidFill>
              </a:rPr>
              <a:t>The dashboard shows the complete monitoring path from sensing assumptions to reviewable outputs.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790688" y="4526280"/>
            <a:ext cx="3246120" cy="384048"/>
          </a:xfrm>
          <a:prstGeom prst="roundRect">
            <a:avLst>
              <a:gd name="adj" fmla="val 19048"/>
            </a:avLst>
          </a:prstGeom>
          <a:solidFill>
            <a:srgbClr val="24313F"/>
          </a:solidFill>
          <a:ln w="12700">
            <a:solidFill>
              <a:srgbClr val="24313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82128" y="4617720"/>
            <a:ext cx="3063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Mission -&gt; sonar -&gt; CV -&gt; database -&gt; evidence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56032"/>
            <a:ext cx="0" cy="640080"/>
          </a:xfrm>
          <a:prstGeom prst="line">
            <a:avLst/>
          </a:prstGeom>
          <a:noFill/>
          <a:ln w="2794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86878"/>
                </a:solidFill>
              </a:rPr>
              <a:t>PLASTIC HUNTER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603504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2033"/>
                </a:solidFill>
              </a:rPr>
              <a:t>The detection view preserves the inspection workflow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02920" y="1133856"/>
            <a:ext cx="11109960" cy="0"/>
          </a:xfrm>
          <a:prstGeom prst="line">
            <a:avLst/>
          </a:prstGeom>
          <a:noFill/>
          <a:ln w="12700">
            <a:solidFill>
              <a:srgbClr val="CAD4D8"/>
            </a:solidFill>
            <a:prstDash val="solid"/>
          </a:ln>
        </p:spPr>
      </p:sp>
      <p:pic>
        <p:nvPicPr>
          <p:cNvPr id="6" name="Image 0" descr="The detection view preserves the inspection workfl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53312"/>
            <a:ext cx="6903720" cy="4526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50876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2033"/>
                </a:solidFill>
              </a:rPr>
              <a:t>The portable demo keeps the upload, detection, annotation, and logging flow visible for judges.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790688" y="4526280"/>
            <a:ext cx="3246120" cy="384048"/>
          </a:xfrm>
          <a:prstGeom prst="roundRect">
            <a:avLst>
              <a:gd name="adj" fmla="val 19048"/>
            </a:avLst>
          </a:prstGeom>
          <a:solidFill>
            <a:srgbClr val="24313F"/>
          </a:solidFill>
          <a:ln w="12700">
            <a:solidFill>
              <a:srgbClr val="24313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82128" y="4617720"/>
            <a:ext cx="3063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CV validation: YOLOv8s 97.77% mAP@0.5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56032"/>
            <a:ext cx="0" cy="640080"/>
          </a:xfrm>
          <a:prstGeom prst="line">
            <a:avLst/>
          </a:prstGeom>
          <a:noFill/>
          <a:ln w="2794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86878"/>
                </a:solidFill>
              </a:rPr>
              <a:t>PLASTIC HUNTER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603504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2033"/>
                </a:solidFill>
              </a:rPr>
              <a:t>Eco-sonar quantifies the sustainability trade-off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02920" y="1133856"/>
            <a:ext cx="11109960" cy="0"/>
          </a:xfrm>
          <a:prstGeom prst="line">
            <a:avLst/>
          </a:prstGeom>
          <a:noFill/>
          <a:ln w="12700">
            <a:solidFill>
              <a:srgbClr val="CAD4D8"/>
            </a:solidFill>
            <a:prstDash val="solid"/>
          </a:ln>
        </p:spPr>
      </p:sp>
      <p:pic>
        <p:nvPicPr>
          <p:cNvPr id="6" name="Image 0" descr="Eco-sonar quantifies the sustainability trade-of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53312"/>
            <a:ext cx="6903720" cy="4526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50876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2033"/>
                </a:solidFill>
              </a:rPr>
              <a:t>The sonar simulation compares conventional, passive, and eco-adaptive modes with reproducible parameters.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790688" y="4526280"/>
            <a:ext cx="3246120" cy="384048"/>
          </a:xfrm>
          <a:prstGeom prst="roundRect">
            <a:avLst>
              <a:gd name="adj" fmla="val 19048"/>
            </a:avLst>
          </a:prstGeom>
          <a:solidFill>
            <a:srgbClr val="2F7D57"/>
          </a:solidFill>
          <a:ln w="12700">
            <a:solidFill>
              <a:srgbClr val="2F7D57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82128" y="4617720"/>
            <a:ext cx="3063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~98% SEL reduction, &gt;90% coverage retained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56032"/>
            <a:ext cx="0" cy="640080"/>
          </a:xfrm>
          <a:prstGeom prst="line">
            <a:avLst/>
          </a:prstGeom>
          <a:noFill/>
          <a:ln w="2794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86878"/>
                </a:solidFill>
              </a:rPr>
              <a:t>PLASTIC HUNTER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603504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2033"/>
                </a:solidFill>
              </a:rPr>
              <a:t>The dashboard separates measured data from estimates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02920" y="1133856"/>
            <a:ext cx="11109960" cy="0"/>
          </a:xfrm>
          <a:prstGeom prst="line">
            <a:avLst/>
          </a:prstGeom>
          <a:noFill/>
          <a:ln w="12700">
            <a:solidFill>
              <a:srgbClr val="CAD4D8"/>
            </a:solidFill>
            <a:prstDash val="solid"/>
          </a:ln>
        </p:spPr>
      </p:sp>
      <p:pic>
        <p:nvPicPr>
          <p:cNvPr id="6" name="Image 0" descr="The dashboard separates measured data from estima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53312"/>
            <a:ext cx="6903720" cy="4526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50876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2033"/>
                </a:solidFill>
              </a:rPr>
              <a:t>Mission KPIs, confidence bands, and evidence status are presented with clear scope boundaries.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790688" y="4526280"/>
            <a:ext cx="3246120" cy="384048"/>
          </a:xfrm>
          <a:prstGeom prst="roundRect">
            <a:avLst>
              <a:gd name="adj" fmla="val 19048"/>
            </a:avLst>
          </a:prstGeom>
          <a:solidFill>
            <a:srgbClr val="24313F"/>
          </a:solidFill>
          <a:ln w="12700">
            <a:solidFill>
              <a:srgbClr val="24313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82128" y="4617720"/>
            <a:ext cx="3063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Observed records stay separate from planning estimates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56032"/>
            <a:ext cx="0" cy="640080"/>
          </a:xfrm>
          <a:prstGeom prst="line">
            <a:avLst/>
          </a:prstGeom>
          <a:noFill/>
          <a:ln w="2794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86878"/>
                </a:solidFill>
              </a:rPr>
              <a:t>PLASTIC HUNTER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603504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2033"/>
                </a:solidFill>
              </a:rPr>
              <a:t>The map makes inspection records spatially interpretable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02920" y="1133856"/>
            <a:ext cx="11109960" cy="0"/>
          </a:xfrm>
          <a:prstGeom prst="line">
            <a:avLst/>
          </a:prstGeom>
          <a:noFill/>
          <a:ln w="12700">
            <a:solidFill>
              <a:srgbClr val="CAD4D8"/>
            </a:solidFill>
            <a:prstDash val="solid"/>
          </a:ln>
        </p:spPr>
      </p:sp>
      <p:pic>
        <p:nvPicPr>
          <p:cNvPr id="6" name="Image 0" descr="The map makes inspection records spatially interpretab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53312"/>
            <a:ext cx="6903720" cy="4526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50876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2033"/>
                </a:solidFill>
              </a:rPr>
              <a:t>The map highlights inspection sites while keeping the final log clean and presentation-ready.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790688" y="4526280"/>
            <a:ext cx="3246120" cy="384048"/>
          </a:xfrm>
          <a:prstGeom prst="roundRect">
            <a:avLst>
              <a:gd name="adj" fmla="val 19048"/>
            </a:avLst>
          </a:prstGeom>
          <a:solidFill>
            <a:srgbClr val="24313F"/>
          </a:solidFill>
          <a:ln w="12700">
            <a:solidFill>
              <a:srgbClr val="24313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82128" y="4617720"/>
            <a:ext cx="3063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Severity and location are visible without image names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56032"/>
            <a:ext cx="0" cy="640080"/>
          </a:xfrm>
          <a:prstGeom prst="line">
            <a:avLst/>
          </a:prstGeom>
          <a:noFill/>
          <a:ln w="2794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86878"/>
                </a:solidFill>
              </a:rPr>
              <a:t>PLASTIC HUNTER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603504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2033"/>
                </a:solidFill>
              </a:rPr>
              <a:t>The evidence sheet exposes the assumptions judges need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02920" y="1133856"/>
            <a:ext cx="11109960" cy="0"/>
          </a:xfrm>
          <a:prstGeom prst="line">
            <a:avLst/>
          </a:prstGeom>
          <a:noFill/>
          <a:ln w="12700">
            <a:solidFill>
              <a:srgbClr val="CAD4D8"/>
            </a:solidFill>
            <a:prstDash val="solid"/>
          </a:ln>
        </p:spPr>
      </p:sp>
      <p:pic>
        <p:nvPicPr>
          <p:cNvPr id="6" name="Image 0" descr="The evidence sheet exposes the assumptions judges ne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53312"/>
            <a:ext cx="6903720" cy="4526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50876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2033"/>
                </a:solidFill>
              </a:rPr>
              <a:t>The app reports baseline, improved case, test conditions, KPIs, assumptions, and limitations.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790688" y="4526280"/>
            <a:ext cx="3246120" cy="384048"/>
          </a:xfrm>
          <a:prstGeom prst="roundRect">
            <a:avLst>
              <a:gd name="adj" fmla="val 19048"/>
            </a:avLst>
          </a:prstGeom>
          <a:solidFill>
            <a:srgbClr val="24313F"/>
          </a:solidFill>
          <a:ln w="12700">
            <a:solidFill>
              <a:srgbClr val="24313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82128" y="4617720"/>
            <a:ext cx="3063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/evidence and /disclosure are judge-facing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256032"/>
            <a:ext cx="0" cy="640080"/>
          </a:xfrm>
          <a:prstGeom prst="line">
            <a:avLst/>
          </a:prstGeom>
          <a:noFill/>
          <a:ln w="2794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86878"/>
                </a:solidFill>
              </a:rPr>
              <a:t>PLASTIC HUNTER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603504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2033"/>
                </a:solidFill>
              </a:rPr>
              <a:t>The repository is organized for final review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02920" y="1133856"/>
            <a:ext cx="11109960" cy="0"/>
          </a:xfrm>
          <a:prstGeom prst="line">
            <a:avLst/>
          </a:prstGeom>
          <a:noFill/>
          <a:ln w="12700">
            <a:solidFill>
              <a:srgbClr val="CAD4D8"/>
            </a:solidFill>
            <a:prstDash val="solid"/>
          </a:ln>
        </p:spPr>
      </p:sp>
      <p:pic>
        <p:nvPicPr>
          <p:cNvPr id="6" name="Image 0" descr="The repository is organized for final re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53312"/>
            <a:ext cx="6903720" cy="4526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50876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2033"/>
                </a:solidFill>
              </a:rPr>
              <a:t>Runtime files and training outputs were removed; the repository stays reproducible and judge-accessible.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790688" y="4526280"/>
            <a:ext cx="3246120" cy="384048"/>
          </a:xfrm>
          <a:prstGeom prst="roundRect">
            <a:avLst>
              <a:gd name="adj" fmla="val 19048"/>
            </a:avLst>
          </a:prstGeom>
          <a:solidFill>
            <a:srgbClr val="24313F"/>
          </a:solidFill>
          <a:ln w="12700">
            <a:solidFill>
              <a:srgbClr val="24313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82128" y="4617720"/>
            <a:ext cx="3063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README, technical brief, slides, screenshots, and Codespaces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Plastic Hunter Final Presentation</dc:title>
  <dc:subject>IEEE AESS Sustainability Hackathon 2026 Challenge 3</dc:subject>
  <dc:creator>Plastic Hunter Team</dc:creator>
  <cp:lastModifiedBy>Plastic Hunter Team</cp:lastModifiedBy>
  <cp:revision>1</cp:revision>
  <dcterms:created xsi:type="dcterms:W3CDTF">2026-07-04T09:05:52Z</dcterms:created>
  <dcterms:modified xsi:type="dcterms:W3CDTF">2026-07-04T09:05:52Z</dcterms:modified>
</cp:coreProperties>
</file>