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IEEE AESS SUSTAINABILITY HACKATHON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Marine pollution monitoring with quieter sensing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064240" cy="0"/>
          </a:xfrm>
          <a:prstGeom prst="line">
            <a:avLst/>
          </a:prstGeom>
          <a:noFill/>
          <a:ln w="12700">
            <a:solidFill>
              <a:srgbClr val="CAD4D8"/>
            </a:solidFill>
            <a:prstDash val="solid"/>
          </a:ln>
        </p:spPr>
      </p:sp>
      <p:pic>
        <p:nvPicPr>
          <p:cNvPr id="6" name="Image 0" descr="Plastic Hunter hero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6903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26680" y="1444752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033"/>
                </a:solidFill>
              </a:rPr>
              <a:t>Plastic Hunter combines a browser demo, FastAPI backend, SQLite mission logging, research-backed CV validation, and a reproducible eco-sonar simulation.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26680" y="340156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~98%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726680" y="3858768"/>
            <a:ext cx="1417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acoustic SEL reduction in eco mode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464040" y="340156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7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&gt;90%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464040" y="3858768"/>
            <a:ext cx="1417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coverage retained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01000" y="4709160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24313F"/>
          </a:solidFill>
          <a:ln w="12700">
            <a:solidFill>
              <a:srgbClr val="24313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10728" y="4800600"/>
            <a:ext cx="2752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Software demo, not deployed hardware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 HUNTER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workflow turns sensing into judge-ready evidence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064240" cy="0"/>
          </a:xfrm>
          <a:prstGeom prst="line">
            <a:avLst/>
          </a:prstGeom>
          <a:noFill/>
          <a:ln w="12700">
            <a:solidFill>
              <a:srgbClr val="CAD4D8"/>
            </a:solidFill>
            <a:prstDash val="solid"/>
          </a:ln>
        </p:spPr>
      </p:sp>
      <p:pic>
        <p:nvPicPr>
          <p:cNvPr id="6" name="Image 0" descr="Mission flow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649224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920" y="1572768"/>
            <a:ext cx="379476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starts with passive or low-duty acoustic sensing.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decision logic routes likely detections to CV verification.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stores mission records for the dashboard, map, and evidence sheet.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can inspect assumptions through dedicated evidence and disclosure views.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 HUNTER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detection view preserves the live inspection workflow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064240" cy="0"/>
          </a:xfrm>
          <a:prstGeom prst="line">
            <a:avLst/>
          </a:prstGeom>
          <a:noFill/>
          <a:ln w="12700">
            <a:solidFill>
              <a:srgbClr val="CAD4D8"/>
            </a:solidFill>
            <a:prstDash val="solid"/>
          </a:ln>
        </p:spPr>
      </p:sp>
      <p:pic>
        <p:nvPicPr>
          <p:cNvPr id="6" name="Image 0" descr="Detection interfac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66294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0" y="1591056"/>
            <a:ext cx="361188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Uploads are validated for type and size before analysis.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uses a portable Pillow and NumPy interface for constrained hosting.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CV results are reported separately as the research validation track.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79792" y="4462272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2F7D57"/>
          </a:solidFill>
          <a:ln w="12700">
            <a:solidFill>
              <a:srgbClr val="2F7D5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4553712"/>
            <a:ext cx="3300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CV validation: YOLOv8s 97.77% mAP@0.5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 HUNTER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Eco-sonar quantifies the sustainability trade-off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064240" cy="0"/>
          </a:xfrm>
          <a:prstGeom prst="line">
            <a:avLst/>
          </a:prstGeom>
          <a:noFill/>
          <a:ln w="12700">
            <a:solidFill>
              <a:srgbClr val="CAD4D8"/>
            </a:solidFill>
            <a:prstDash val="solid"/>
          </a:ln>
        </p:spPr>
      </p:sp>
      <p:pic>
        <p:nvPicPr>
          <p:cNvPr id="6" name="Image 0" descr="Eco sonar simulatio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66294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0" y="1508760"/>
            <a:ext cx="365760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Mackenzie sound speed, Thorp absorption, and Knudsen-Wenz ambient noise.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Compares conventional active sonar with eco-adaptive and passive modes.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range, detection probability, duty cycle, SEL, and energy proxy.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0" y="444398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0.67%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498080" y="4901184"/>
            <a:ext cx="1508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eco-adaptive duty cycle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81160" y="444398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-12 dB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81160" y="4901184"/>
            <a:ext cx="1508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level adjustment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 HUNTER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dashboard separates measured data from estimates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064240" cy="0"/>
          </a:xfrm>
          <a:prstGeom prst="line">
            <a:avLst/>
          </a:prstGeom>
          <a:noFill/>
          <a:ln w="12700">
            <a:solidFill>
              <a:srgbClr val="CAD4D8"/>
            </a:solidFill>
            <a:prstDash val="solid"/>
          </a:ln>
        </p:spPr>
      </p:sp>
      <p:pic>
        <p:nvPicPr>
          <p:cNvPr id="6" name="Image 0" descr="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66294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0" y="1591056"/>
            <a:ext cx="365760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detections come from SQLite mission records.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baseline comparison is labeled as a demo planning estimate.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 type mix is estimated for seeded rows that store total counts.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635240" y="4572000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24313F"/>
          </a:solidFill>
          <a:ln w="12700">
            <a:solidFill>
              <a:srgbClr val="24313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44968" y="4663440"/>
            <a:ext cx="2843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 hidden environmental impact claims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 HUNTER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map makes inspection records spatially interpretable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064240" cy="0"/>
          </a:xfrm>
          <a:prstGeom prst="line">
            <a:avLst/>
          </a:prstGeom>
          <a:noFill/>
          <a:ln w="12700">
            <a:solidFill>
              <a:srgbClr val="CAD4D8"/>
            </a:solidFill>
            <a:prstDash val="solid"/>
          </a:ln>
        </p:spPr>
      </p:sp>
      <p:pic>
        <p:nvPicPr>
          <p:cNvPr id="6" name="Image 0" descr="Monitoring ma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66294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0" y="1591056"/>
            <a:ext cx="365760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record carries latitude, longitude, severity, confidence, and item count.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High-severity sites are easy to spot during the live demo.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names are hidden from the log and map details for a cleaner final view.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 HUNTER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evidence sheet exposes the assumptions judges need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064240" cy="0"/>
          </a:xfrm>
          <a:prstGeom prst="line">
            <a:avLst/>
          </a:prstGeom>
          <a:noFill/>
          <a:ln w="12700">
            <a:solidFill>
              <a:srgbClr val="CAD4D8"/>
            </a:solidFill>
            <a:prstDash val="solid"/>
          </a:ln>
        </p:spPr>
      </p:sp>
      <p:pic>
        <p:nvPicPr>
          <p:cNvPr id="6" name="Image 0" descr="Evidence shee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66294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0" y="1499616"/>
            <a:ext cx="365760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baseline, improved case, and test conditions are available in the app.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technical and sustainability KPIs are generated from reproducible code.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are stated directly: sonar simulation requires hardware validation.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543800" y="4617720"/>
            <a:ext cx="3246120" cy="384048"/>
          </a:xfrm>
          <a:prstGeom prst="roundRect">
            <a:avLst>
              <a:gd name="adj" fmla="val 19048"/>
            </a:avLst>
          </a:prstGeom>
          <a:solidFill>
            <a:srgbClr val="2F7D57"/>
          </a:solidFill>
          <a:ln w="12700">
            <a:solidFill>
              <a:srgbClr val="2F7D5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53528" y="4709160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/evidence and /disclosure are judge-facing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 HUNTER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final package is organized for review and reproduction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064240" cy="0"/>
          </a:xfrm>
          <a:prstGeom prst="line">
            <a:avLst/>
          </a:prstGeom>
          <a:noFill/>
          <a:ln w="12700">
            <a:solidFill>
              <a:srgbClr val="CAD4D8"/>
            </a:solidFill>
            <a:prstDash val="solid"/>
          </a:ln>
        </p:spPr>
      </p:sp>
      <p:pic>
        <p:nvPicPr>
          <p:cNvPr id="6" name="Image 0" descr="Architecture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417320"/>
            <a:ext cx="498348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1389888"/>
            <a:ext cx="475488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includes setup, execution, parameters, assumptions, and reproduction steps.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files, datasets, training outputs, and Replit agent artifacts were removed.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brief, screenshots, and Codespaces configuration are included for judges.</a:t>
            </a:r>
            <a:endParaRPr lang="en-US" sz="1450" dirty="0"/>
          </a:p>
          <a:p>
            <a:r>
              <a:rPr lang="en-US" sz="14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validate sonar assumptions with acoustic hardware and deploy trained CV on GPU.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55080" y="5257800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4808" y="5349240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Final repository: github.com/Wie8Ieee/plastic-hunter-final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Plastic Hunter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Plastic Hunter Final Presentation</dc:title>
  <dc:subject>IEEE AESS Sustainability Hackathon 2026 Challenge 3</dc:subject>
  <dc:creator>Plastic Hunter Team</dc:creator>
  <cp:lastModifiedBy>Plastic Hunter Team</cp:lastModifiedBy>
  <cp:revision>1</cp:revision>
  <dcterms:created xsi:type="dcterms:W3CDTF">2026-07-04T08:59:03Z</dcterms:created>
  <dcterms:modified xsi:type="dcterms:W3CDTF">2026-07-04T08:59:03Z</dcterms:modified>
</cp:coreProperties>
</file>